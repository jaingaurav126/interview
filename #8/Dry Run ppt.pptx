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51BA-A3DC-6408-4559-E078186FB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DAE9B-7005-24EF-80E7-6E2F6689A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411D-D0CE-FF13-E42E-F0A19342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4862F-5B4A-A7A2-FECD-8D154EE8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6281C-62E4-EC81-D256-FCCF557F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41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F640-9C81-8B40-0F48-F5BB4E92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BCF86-D461-2D41-3316-3C459ACF1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BC3F4-8FCC-79F1-E2E1-492715BB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3E382-5C61-D6D7-5957-0EAA0C2E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18631-51B1-15D5-15A4-1028E2D7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20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1191-59AF-4219-D3E8-E56ED1FD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268F3-02E9-72E8-F696-AADEBEAAE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653AB-845B-B86E-DB49-E7323360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01DC-C8EB-2979-2C79-AD4F7729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A2F5-0DED-7D9A-220A-7D81B75B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401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BD82-F8EC-3FF6-C168-48210778E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7B71-D485-E4CD-3A1A-0D889751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B60B2-5C0A-DDE1-26CD-7F6D2B271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6F446-D4E6-1C24-875F-625F7C80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FBBB8-7633-601C-BDEE-3E5294F5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34C90-2044-D0CA-2E55-21403242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711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782C-26A4-721C-0748-3B88B606D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F5ACA-6470-6147-D383-D24169561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AAB20-7677-9967-4314-CB30F8936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FCC927-D776-ADCC-E3F5-0131A0371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27509-5621-55B6-69A5-E56043B78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A5753-502B-472A-2335-7E429C01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29618-1F68-0EE3-2ABF-9672BAFD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855E5-5389-57C0-44A5-4BBDFE97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DF33-7951-1296-BCC6-319D67BA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67E54-A4D9-813E-4F0B-3B6AE38F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B979A-69D6-FAD4-293A-0BEADA1EF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ED3A9-2FE4-6D6E-1214-76D2B0D5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50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414BD-18A3-3807-4BC3-D578641C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64026-ABF9-6FF0-A1FF-639591A7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EEAE0-E599-8ACE-7784-C6980235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51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3A78-D0CF-825E-4C66-AEA22A53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BCC20-D9F1-2280-3030-E0D36FB7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DA2CA-BB48-B2E8-1EBA-1BC708A0B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30C1A-384D-2791-6537-64768E7BC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37C95-26E5-5671-777E-C72D7CD8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95A2E-6435-3608-05AC-56637F69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03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8BF9-F626-36D5-170A-416D59E5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2BCB8-BD7F-49FB-1B16-FD1791122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5F6FC-48A3-355B-9729-D0751074D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8907A-0347-1D3F-FBA0-75317D48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3F4B6-69DE-3E32-58AA-B234A69E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DDF1C-C955-33D8-C02C-CD75B835F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11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96A0-66CB-7BCD-6369-1814A032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27D21-CCA9-236D-FA80-9CFB25E76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64918-3D56-5ECF-C23C-CEA2BAF2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013FA-3FB5-0203-97C3-E47C0CDE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3B008-A1A1-A429-25E2-70222E49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12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22B81-4A28-1B14-A2E7-0E5129142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6902-BB3A-755B-F9EF-AB09B7E0B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DA4B-0A06-BD7E-E7E1-D4A6D2E6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C69FC-3317-E5BD-7F7A-F0F61EAC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365FD-81FE-8A64-2532-BB4DF89C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61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73F52F-B333-7A1F-9B7C-F8D45938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A63BC-EEBD-CEE0-6A85-42150080E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A192E-70AA-A50D-F820-33CAF4C42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50217-C9F9-483A-B350-039A84F46ED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220B-99E6-9B2A-8071-C38AB8DE2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C42D0-4747-1634-18CE-63E4DD1BE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1D393-DEFF-4DED-AD11-BE0B31E0A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35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B53E-8D2F-1C8F-6FDE-80ACE86721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247A68-928D-DAF8-715B-6A366B8AEA9E}"/>
              </a:ext>
            </a:extLst>
          </p:cNvPr>
          <p:cNvSpPr txBox="1">
            <a:spLocks/>
          </p:cNvSpPr>
          <p:nvPr/>
        </p:nvSpPr>
        <p:spPr>
          <a:xfrm>
            <a:off x="1524000" y="288584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890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C0069-16F5-5FAE-22B1-DB7A52E7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E280-A651-D81A-4613-6D04C86C88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31A66C-4C94-3E7C-11E9-90921D7052FD}"/>
              </a:ext>
            </a:extLst>
          </p:cNvPr>
          <p:cNvSpPr txBox="1">
            <a:spLocks/>
          </p:cNvSpPr>
          <p:nvPr/>
        </p:nvSpPr>
        <p:spPr>
          <a:xfrm>
            <a:off x="544286" y="396353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          result: [-1,-1,-1,-1,-1]</a:t>
            </a:r>
            <a:br>
              <a:rPr lang="en-US" dirty="0"/>
            </a:b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DC7D3AB-0983-5507-3D7C-AFDB3E68A858}"/>
              </a:ext>
            </a:extLst>
          </p:cNvPr>
          <p:cNvSpPr txBox="1">
            <a:spLocks/>
          </p:cNvSpPr>
          <p:nvPr/>
        </p:nvSpPr>
        <p:spPr>
          <a:xfrm>
            <a:off x="1524000" y="23161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stack:  [10]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45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086F-73BD-3D65-A940-D5B9FF893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2E5D-0C71-0C34-D9DB-212443175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1BBC8E-E967-C562-3380-5FDBE72B2B37}"/>
              </a:ext>
            </a:extLst>
          </p:cNvPr>
          <p:cNvSpPr txBox="1">
            <a:spLocks/>
          </p:cNvSpPr>
          <p:nvPr/>
        </p:nvSpPr>
        <p:spPr>
          <a:xfrm>
            <a:off x="1524000" y="288584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    result=  [-1,-1,-1,-1,-1]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57E61-A8D3-5B6B-E115-8AA9DA7C6F24}"/>
              </a:ext>
            </a:extLst>
          </p:cNvPr>
          <p:cNvSpPr txBox="1"/>
          <p:nvPr/>
        </p:nvSpPr>
        <p:spPr>
          <a:xfrm>
            <a:off x="587828" y="168256"/>
            <a:ext cx="7957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As it is stack which works on LIFO, </a:t>
            </a:r>
          </a:p>
          <a:p>
            <a:r>
              <a:rPr lang="en-IN" sz="2800" dirty="0"/>
              <a:t>hence we will take 8 first and pop it out</a:t>
            </a:r>
          </a:p>
        </p:txBody>
      </p:sp>
    </p:spTree>
    <p:extLst>
      <p:ext uri="{BB962C8B-B14F-4D97-AF65-F5344CB8AC3E}">
        <p14:creationId xmlns:p14="http://schemas.microsoft.com/office/powerpoint/2010/main" val="245353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9FEF-B09A-1FDD-9570-1F5FE0AD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CCE1-D6D7-C9EB-FE88-0E38B136C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C5A8F-7762-C4A8-A1BD-25D07FBDBBC1}"/>
              </a:ext>
            </a:extLst>
          </p:cNvPr>
          <p:cNvSpPr txBox="1">
            <a:spLocks/>
          </p:cNvSpPr>
          <p:nvPr/>
        </p:nvSpPr>
        <p:spPr>
          <a:xfrm>
            <a:off x="1524000" y="288584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result =  [-1,-1,-1,-1,-1]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2D21F-E54E-5D92-065F-5C478C302DFB}"/>
              </a:ext>
            </a:extLst>
          </p:cNvPr>
          <p:cNvSpPr txBox="1"/>
          <p:nvPr/>
        </p:nvSpPr>
        <p:spPr>
          <a:xfrm>
            <a:off x="1676400" y="168256"/>
            <a:ext cx="7957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Then comes the turn of 10, still the output list won’t change</a:t>
            </a:r>
          </a:p>
        </p:txBody>
      </p:sp>
    </p:spTree>
    <p:extLst>
      <p:ext uri="{BB962C8B-B14F-4D97-AF65-F5344CB8AC3E}">
        <p14:creationId xmlns:p14="http://schemas.microsoft.com/office/powerpoint/2010/main" val="380689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DD8B-D9A3-B181-2874-EC669DA7B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A48E-7F04-726B-895F-37B09A262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B21E8A-051D-FEB8-D861-D4A11621FAA1}"/>
              </a:ext>
            </a:extLst>
          </p:cNvPr>
          <p:cNvSpPr txBox="1">
            <a:spLocks/>
          </p:cNvSpPr>
          <p:nvPr/>
        </p:nvSpPr>
        <p:spPr>
          <a:xfrm>
            <a:off x="1524000" y="288584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result =  [-1,-1,10,-1,-1]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B18DC-A762-BDC4-18E0-8FBB4344DCA5}"/>
              </a:ext>
            </a:extLst>
          </p:cNvPr>
          <p:cNvSpPr txBox="1"/>
          <p:nvPr/>
        </p:nvSpPr>
        <p:spPr>
          <a:xfrm>
            <a:off x="1676400" y="168256"/>
            <a:ext cx="7957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Then comes the turn of 2, now 10&gt;2 hence </a:t>
            </a:r>
          </a:p>
        </p:txBody>
      </p:sp>
    </p:spTree>
    <p:extLst>
      <p:ext uri="{BB962C8B-B14F-4D97-AF65-F5344CB8AC3E}">
        <p14:creationId xmlns:p14="http://schemas.microsoft.com/office/powerpoint/2010/main" val="43013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FFCB-8EB0-B4CE-A903-B57B3F6C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B6A5-4E22-3D07-5F30-A37261745B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CE829B-D44B-F1EB-F741-B21AE6CD9954}"/>
              </a:ext>
            </a:extLst>
          </p:cNvPr>
          <p:cNvSpPr txBox="1">
            <a:spLocks/>
          </p:cNvSpPr>
          <p:nvPr/>
        </p:nvSpPr>
        <p:spPr>
          <a:xfrm>
            <a:off x="1524000" y="288584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result =  [-1,10,10,-1,-1]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C0C3D-256A-9C19-C023-4AC40DA22D09}"/>
              </a:ext>
            </a:extLst>
          </p:cNvPr>
          <p:cNvSpPr txBox="1"/>
          <p:nvPr/>
        </p:nvSpPr>
        <p:spPr>
          <a:xfrm>
            <a:off x="1676400" y="168256"/>
            <a:ext cx="7957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Then comes the turn of 5, now 5&lt;10, hence </a:t>
            </a:r>
          </a:p>
        </p:txBody>
      </p:sp>
    </p:spTree>
    <p:extLst>
      <p:ext uri="{BB962C8B-B14F-4D97-AF65-F5344CB8AC3E}">
        <p14:creationId xmlns:p14="http://schemas.microsoft.com/office/powerpoint/2010/main" val="415444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5224-0136-7BFC-1D7F-642D9EE8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F7EA-D8A3-FF74-509A-226FA27621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Input:  [4, 5, 2, 10, 8]</a:t>
            </a:r>
            <a:br>
              <a:rPr lang="en-US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BC1F8D-BE74-44D7-7B81-B71E9B6FF5CA}"/>
              </a:ext>
            </a:extLst>
          </p:cNvPr>
          <p:cNvSpPr txBox="1">
            <a:spLocks/>
          </p:cNvSpPr>
          <p:nvPr/>
        </p:nvSpPr>
        <p:spPr>
          <a:xfrm>
            <a:off x="1524000" y="288584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   result= </a:t>
            </a:r>
            <a:r>
              <a:rPr lang="en-US" dirty="0"/>
              <a:t>Output=  [5,10,10,-1,-1]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74C27-AE09-78D1-00E4-EF9F2E8FAA23}"/>
              </a:ext>
            </a:extLst>
          </p:cNvPr>
          <p:cNvSpPr txBox="1"/>
          <p:nvPr/>
        </p:nvSpPr>
        <p:spPr>
          <a:xfrm>
            <a:off x="1676400" y="168256"/>
            <a:ext cx="7957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Then comes the turn of 4, now 4&lt;5, hence </a:t>
            </a:r>
          </a:p>
        </p:txBody>
      </p:sp>
    </p:spTree>
    <p:extLst>
      <p:ext uri="{BB962C8B-B14F-4D97-AF65-F5344CB8AC3E}">
        <p14:creationId xmlns:p14="http://schemas.microsoft.com/office/powerpoint/2010/main" val="146996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251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Input:  [4, 5, 2, 10, 8] </vt:lpstr>
      <vt:lpstr>Input:  [4, 5, 2, 10, 8] </vt:lpstr>
      <vt:lpstr>Input:  [4, 5, 2, 10, 8] </vt:lpstr>
      <vt:lpstr>Input:  [4, 5, 2, 10, 8] </vt:lpstr>
      <vt:lpstr>Input:  [4, 5, 2, 10, 8] </vt:lpstr>
      <vt:lpstr>Input:  [4, 5, 2, 10, 8] </vt:lpstr>
      <vt:lpstr>Input:  [4, 5, 2, 10, 8]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6. Jain (EXT-Nokia)</dc:creator>
  <cp:lastModifiedBy>Gaurav 6. Jain (EXT-Nokia)</cp:lastModifiedBy>
  <cp:revision>2</cp:revision>
  <dcterms:created xsi:type="dcterms:W3CDTF">2026-04-10T08:25:01Z</dcterms:created>
  <dcterms:modified xsi:type="dcterms:W3CDTF">2026-04-10T11:19:50Z</dcterms:modified>
</cp:coreProperties>
</file>